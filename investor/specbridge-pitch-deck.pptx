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17425" y="1462088"/>
            <a:ext cx="5909149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6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SpecBridge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617425" y="2547938"/>
            <a:ext cx="59091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800"/>
              </a:spcAft>
              <a:buNone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the gap between experts and engineers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17425" y="3481388"/>
            <a:ext cx="5909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2667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257300"/>
            <a:ext cx="2523083" cy="1528167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399" y="1520726"/>
            <a:ext cx="21396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50399" y="2158901"/>
            <a:ext cx="213968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dev time spent on requirements clarification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10384" y="1257300"/>
            <a:ext cx="2523083" cy="1528167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02082" y="1520726"/>
            <a:ext cx="21396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02082" y="2158901"/>
            <a:ext cx="213968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annually on failed software 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62067" y="1257300"/>
            <a:ext cx="2523083" cy="1528167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3765" y="1520726"/>
            <a:ext cx="21396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53765" y="2158901"/>
            <a:ext cx="213968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failures traced to poor requirements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8701" y="3090267"/>
            <a:ext cx="8026598" cy="1117402"/>
          </a:xfrm>
          <a:prstGeom prst="roundRect">
            <a:avLst>
              <a:gd name="adj" fmla="val 1136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3501" y="3344168"/>
            <a:ext cx="756533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experts think in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language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Developers need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specifications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gap causes rework, delays, and failed projects.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266660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155650"/>
            <a:ext cx="7513269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interviews domain experts in their language, then translates knowledge into precise technical specifications.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01" y="2120503"/>
            <a:ext cx="2523083" cy="2507903"/>
          </a:xfrm>
          <a:prstGeom prst="roundRect">
            <a:avLst>
              <a:gd name="adj" fmla="val 5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2513" y="2120503"/>
            <a:ext cx="0" cy="2507903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227" y="2374404"/>
            <a:ext cx="20070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0227" y="2628305"/>
            <a:ext cx="20070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Interviews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0227" y="3231505"/>
            <a:ext cx="20070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asks contextual follow-ups, probes edge cases, and captures tacit knowledge experts struggle to articulate.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384" y="2120503"/>
            <a:ext cx="2523083" cy="2507903"/>
          </a:xfrm>
          <a:prstGeom prst="roundRect">
            <a:avLst>
              <a:gd name="adj" fmla="val 5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34196" y="2120503"/>
            <a:ext cx="0" cy="2507903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910" y="2374404"/>
            <a:ext cx="20070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910" y="2628305"/>
            <a:ext cx="20070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Artifacts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910" y="2993380"/>
            <a:ext cx="20070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generates flowcharts, decision trees, business rules, and test cases from conversations.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067" y="2120503"/>
            <a:ext cx="2523083" cy="2507903"/>
          </a:xfrm>
          <a:prstGeom prst="roundRect">
            <a:avLst>
              <a:gd name="adj" fmla="val 5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85880" y="2120503"/>
            <a:ext cx="0" cy="2507903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3593" y="2374404"/>
            <a:ext cx="20070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3593" y="2628305"/>
            <a:ext cx="20070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Developer-Ready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3593" y="3231505"/>
            <a:ext cx="20070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precise IF/THEN logic, edge case documentation, and validation criteria developers can implement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27813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1683" y="1358801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14377" y="1515963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5677" y="2146102"/>
            <a:ext cx="1481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Describes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2145" y="2457152"/>
            <a:ext cx="1688675" cy="58668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 explains the process in plain 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66665" y="2140893"/>
            <a:ext cx="1665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5311" y="1358801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38006" y="1515963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50863" y="2146102"/>
            <a:ext cx="11184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65774" y="2457152"/>
            <a:ext cx="1688675" cy="39112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follow-ups probe edge cases and nuances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90293" y="2140893"/>
            <a:ext cx="1665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28940" y="1358801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61634" y="1515963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92438" y="2146102"/>
            <a:ext cx="1682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Generated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89402" y="2457152"/>
            <a:ext cx="1688675" cy="58668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Flowcharts, rules, and specs created automatically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13922" y="2140893"/>
            <a:ext cx="1665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568" y="1358801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85263" y="1515963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8481" y="2146102"/>
            <a:ext cx="1057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Align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13031" y="2457152"/>
            <a:ext cx="1688675" cy="39112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implement with precision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761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06301"/>
            <a:ext cx="256914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130201"/>
            <a:ext cx="3898999" cy="3429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1342876"/>
            <a:ext cx="35431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1376" y="1663452"/>
            <a:ext cx="3473648" cy="406301"/>
          </a:xfrm>
          <a:prstGeom prst="roundRect">
            <a:avLst>
              <a:gd name="adj" fmla="val 250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3776" y="1790402"/>
            <a:ext cx="323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discount exceeds the max?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6176" y="2171254"/>
            <a:ext cx="3168848" cy="406301"/>
          </a:xfrm>
          <a:prstGeom prst="roundRect">
            <a:avLst>
              <a:gd name="adj" fmla="val 2500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28576" y="2298204"/>
            <a:ext cx="2921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to manager for approval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1376" y="2679055"/>
            <a:ext cx="3473648" cy="406301"/>
          </a:xfrm>
          <a:prstGeom prst="roundRect">
            <a:avLst>
              <a:gd name="adj" fmla="val 250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776" y="2806005"/>
            <a:ext cx="323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managers approve without escalation?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6176" y="3186857"/>
            <a:ext cx="3168848" cy="406301"/>
          </a:xfrm>
          <a:prstGeom prst="roundRect">
            <a:avLst>
              <a:gd name="adj" fmla="val 2500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28576" y="3313807"/>
            <a:ext cx="2921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25%. Above needs director approval.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6300" y="1130201"/>
            <a:ext cx="3898999" cy="3429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8975" y="1342876"/>
            <a:ext cx="35431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ARTIFACTS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8975" y="1663452"/>
            <a:ext cx="3473648" cy="568226"/>
          </a:xfrm>
          <a:prstGeom prst="roundRect">
            <a:avLst>
              <a:gd name="adj" fmla="val 178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6201" y="1861840"/>
            <a:ext cx="1252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Overview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50348" y="1825377"/>
            <a:ext cx="635050" cy="244376"/>
          </a:xfrm>
          <a:prstGeom prst="roundRect">
            <a:avLst>
              <a:gd name="adj" fmla="val 6236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77299" y="1876127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8975" y="2333179"/>
            <a:ext cx="3473648" cy="568226"/>
          </a:xfrm>
          <a:prstGeom prst="roundRect">
            <a:avLst>
              <a:gd name="adj" fmla="val 178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86201" y="2531566"/>
            <a:ext cx="13131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Flowchart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50348" y="2495104"/>
            <a:ext cx="635050" cy="244376"/>
          </a:xfrm>
          <a:prstGeom prst="roundRect">
            <a:avLst>
              <a:gd name="adj" fmla="val 6236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77299" y="2545854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8975" y="3002905"/>
            <a:ext cx="3473648" cy="568226"/>
          </a:xfrm>
          <a:prstGeom prst="roundRect">
            <a:avLst>
              <a:gd name="adj" fmla="val 178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6201" y="3201293"/>
            <a:ext cx="10714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50348" y="3164830"/>
            <a:ext cx="635050" cy="244376"/>
          </a:xfrm>
          <a:prstGeom prst="roundRect">
            <a:avLst>
              <a:gd name="adj" fmla="val 6236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77299" y="3215580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8975" y="3672632"/>
            <a:ext cx="3473648" cy="568226"/>
          </a:xfrm>
          <a:prstGeom prst="roundRect">
            <a:avLst>
              <a:gd name="adj" fmla="val 178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86201" y="3871020"/>
            <a:ext cx="8469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50348" y="3834557"/>
            <a:ext cx="635050" cy="244376"/>
          </a:xfrm>
          <a:prstGeom prst="roundRect">
            <a:avLst>
              <a:gd name="adj" fmla="val 6236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77299" y="3885307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406183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308050"/>
            <a:ext cx="2499866" cy="2331988"/>
          </a:xfrm>
          <a:prstGeom prst="roundRect">
            <a:avLst>
              <a:gd name="adj" fmla="val 54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396" y="1622375"/>
            <a:ext cx="2012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2396" y="1920776"/>
            <a:ext cx="20124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2396" y="2685901"/>
            <a:ext cx="2012475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requirements management and business analysis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12468" y="1308050"/>
            <a:ext cx="2499866" cy="2331988"/>
          </a:xfrm>
          <a:prstGeom prst="roundRect">
            <a:avLst>
              <a:gd name="adj" fmla="val 54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56163" y="1622375"/>
            <a:ext cx="2012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6163" y="1920776"/>
            <a:ext cx="20124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56163" y="2685901"/>
            <a:ext cx="20124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and enterprise software development teams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66234" y="1308050"/>
            <a:ext cx="2518916" cy="2331988"/>
          </a:xfrm>
          <a:prstGeom prst="roundRect">
            <a:avLst>
              <a:gd name="adj" fmla="val 5446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19455" y="1631900"/>
            <a:ext cx="2012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(YEAR 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19455" y="1930301"/>
            <a:ext cx="20124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19455" y="2695426"/>
            <a:ext cx="20124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adopters in agile and DevOps environments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33527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231850"/>
            <a:ext cx="2533799" cy="1603177"/>
          </a:xfrm>
          <a:prstGeom prst="roundRect">
            <a:avLst>
              <a:gd name="adj" fmla="val 79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292" y="1469975"/>
            <a:ext cx="21506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0292" y="1781026"/>
            <a:ext cx="21506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0292" y="2292102"/>
            <a:ext cx="21506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projects, basic exports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5650" y="1231850"/>
            <a:ext cx="2552849" cy="1603177"/>
          </a:xfrm>
          <a:prstGeom prst="roundRect">
            <a:avLst>
              <a:gd name="adj" fmla="val 7922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96766" y="1479500"/>
            <a:ext cx="21506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6766" y="1790551"/>
            <a:ext cx="21506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$19/mo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96766" y="2301627"/>
            <a:ext cx="21506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projects, all formats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1649" y="1231850"/>
            <a:ext cx="2533799" cy="1603177"/>
          </a:xfrm>
          <a:prstGeom prst="roundRect">
            <a:avLst>
              <a:gd name="adj" fmla="val 79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3240" y="1469975"/>
            <a:ext cx="21506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3240" y="1781026"/>
            <a:ext cx="21506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43240" y="2292102"/>
            <a:ext cx="21506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compliance, dedicated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701" y="3139827"/>
            <a:ext cx="8026598" cy="1063377"/>
          </a:xfrm>
          <a:prstGeom prst="roundRect">
            <a:avLst>
              <a:gd name="adj" fmla="val 1194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55333" y="3393728"/>
            <a:ext cx="8548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55333" y="3796903"/>
            <a:ext cx="854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97242" y="3393728"/>
            <a:ext cx="9509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97242" y="3796903"/>
            <a:ext cx="950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LTV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6406" y="3393728"/>
            <a:ext cx="7362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36406" y="3796903"/>
            <a:ext cx="7362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4140" y="3393728"/>
            <a:ext cx="6222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48:1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64140" y="3796903"/>
            <a:ext cx="622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291282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257300"/>
            <a:ext cx="1854250" cy="1330226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087" y="1546175"/>
            <a:ext cx="145747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57087" y="2146250"/>
            <a:ext cx="14574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16101" y="1257300"/>
            <a:ext cx="1854250" cy="1330226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14487" y="1546175"/>
            <a:ext cx="145747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14487" y="2146250"/>
            <a:ext cx="14574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73501" y="1257300"/>
            <a:ext cx="1854250" cy="1330226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1887" y="1546175"/>
            <a:ext cx="145747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71887" y="2146250"/>
            <a:ext cx="14574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Created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30901" y="1257300"/>
            <a:ext cx="1854250" cy="1330226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29287" y="1546175"/>
            <a:ext cx="145747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4.8/5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29287" y="2146250"/>
            <a:ext cx="14574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701" y="2892326"/>
            <a:ext cx="8187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8701" y="3270052"/>
            <a:ext cx="2557016" cy="1045964"/>
          </a:xfrm>
          <a:prstGeom prst="roundRect">
            <a:avLst>
              <a:gd name="adj" fmla="val 9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7751" y="3270052"/>
            <a:ext cx="0" cy="104596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951" y="3447752"/>
            <a:ext cx="21548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9951" y="3711773"/>
            <a:ext cx="215486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launched with core interview functionality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3418" y="3270052"/>
            <a:ext cx="2557016" cy="1045964"/>
          </a:xfrm>
          <a:prstGeom prst="roundRect">
            <a:avLst>
              <a:gd name="adj" fmla="val 9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12468" y="3270052"/>
            <a:ext cx="0" cy="104596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4668" y="3447752"/>
            <a:ext cx="21548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34668" y="3711773"/>
            <a:ext cx="215486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program with 12 design partners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28134" y="3270052"/>
            <a:ext cx="2557016" cy="1045964"/>
          </a:xfrm>
          <a:prstGeom prst="roundRect">
            <a:avLst>
              <a:gd name="adj" fmla="val 9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47184" y="3270052"/>
            <a:ext cx="0" cy="104596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9385" y="3447752"/>
            <a:ext cx="21548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9385" y="3711773"/>
            <a:ext cx="21548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with Pro tier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270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57200"/>
            <a:ext cx="26301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1206401"/>
            <a:ext cx="8026598" cy="2419350"/>
          </a:xfrm>
          <a:prstGeom prst="roundRect">
            <a:avLst>
              <a:gd name="adj" fmla="val 52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215926"/>
            <a:ext cx="8007548" cy="46672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8226" y="1677888"/>
            <a:ext cx="80075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927" y="1368326"/>
            <a:ext cx="5146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12199" y="1368326"/>
            <a:ext cx="791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SpecBridge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60731" y="1368326"/>
            <a:ext cx="1068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Jira/Confluence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9471" y="1368326"/>
            <a:ext cx="9654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8226" y="2163663"/>
            <a:ext cx="80075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927" y="1835051"/>
            <a:ext cx="16499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interviews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3910" y="1835051"/>
            <a:ext cx="2680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95651" y="1835051"/>
            <a:ext cx="198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2780" y="1835051"/>
            <a:ext cx="198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8226" y="2649438"/>
            <a:ext cx="80075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927" y="2320826"/>
            <a:ext cx="1796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artifacts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3910" y="2320826"/>
            <a:ext cx="2680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95651" y="2320826"/>
            <a:ext cx="198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27180" y="2320826"/>
            <a:ext cx="5099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8226" y="3135213"/>
            <a:ext cx="80075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927" y="2806601"/>
            <a:ext cx="1538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discovery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97474" y="2806601"/>
            <a:ext cx="820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09273" y="2806601"/>
            <a:ext cx="371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146" y="2806601"/>
            <a:ext cx="734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or miss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927" y="3292376"/>
            <a:ext cx="947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spec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14213" y="3292376"/>
            <a:ext cx="587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87717" y="3292376"/>
            <a:ext cx="414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47291" y="3292376"/>
            <a:ext cx="869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Days/Weeks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8701" y="3854351"/>
            <a:ext cx="8026598" cy="602903"/>
          </a:xfrm>
          <a:prstGeom prst="roundRect">
            <a:avLst>
              <a:gd name="adj" fmla="val 16852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82513" y="3854351"/>
            <a:ext cx="0" cy="602903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926" y="4032052"/>
            <a:ext cx="7672209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advantage: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Purpose-built AI for requirements extraction, not retrofitted documentation tools.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761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52" y="406301"/>
            <a:ext cx="20232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31950" y="1155502"/>
            <a:ext cx="5079950" cy="3523059"/>
          </a:xfrm>
          <a:prstGeom prst="roundRect">
            <a:avLst>
              <a:gd name="adj" fmla="val 5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65550" y="1469827"/>
            <a:ext cx="812750" cy="812750"/>
          </a:xfrm>
          <a:prstGeom prst="roundRect">
            <a:avLst>
              <a:gd name="adj" fmla="val 112507"/>
            </a:avLst>
          </a:prstGeom>
          <a:solidFill>
            <a:srgbClr val="E2E8F0"/>
          </a:solidFill>
          <a:ln w="38100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08976" y="2460278"/>
            <a:ext cx="4125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Kotrotsos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08976" y="2834878"/>
            <a:ext cx="4125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CEO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08976" y="3187303"/>
            <a:ext cx="4125900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entrepreneur with enterprise software and AI experience. Built and scaled B2B SaaS products. Passionate about bridging the communication gap in software development.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08976" y="4192786"/>
            <a:ext cx="4125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marco@specbridge.ai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7775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507950"/>
            <a:ext cx="1697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600" y="1257151"/>
            <a:ext cx="808329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600" y="2241352"/>
            <a:ext cx="80832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|  18 month runway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815977"/>
            <a:ext cx="2506117" cy="1162050"/>
          </a:xfrm>
          <a:prstGeom prst="roundRect">
            <a:avLst>
              <a:gd name="adj" fmla="val 109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7725" y="3054102"/>
            <a:ext cx="207046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7725" y="3539877"/>
            <a:ext cx="2070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8867" y="2815977"/>
            <a:ext cx="2506117" cy="1162050"/>
          </a:xfrm>
          <a:prstGeom prst="roundRect">
            <a:avLst>
              <a:gd name="adj" fmla="val 109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56992" y="3054102"/>
            <a:ext cx="207046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56992" y="3539877"/>
            <a:ext cx="2070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28134" y="2815977"/>
            <a:ext cx="2506117" cy="1162050"/>
          </a:xfrm>
          <a:prstGeom prst="roundRect">
            <a:avLst>
              <a:gd name="adj" fmla="val 109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6259" y="3054102"/>
            <a:ext cx="207046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6259" y="3539877"/>
            <a:ext cx="2070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86423" y="1135112"/>
            <a:ext cx="537115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5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SpecBridge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886423" y="2081212"/>
            <a:ext cx="53711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the gap between experts and engineers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86423" y="2884438"/>
            <a:ext cx="53711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Kotrotsos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86423" y="3198763"/>
            <a:ext cx="53711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marco@specbridge.ai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86423" y="3798838"/>
            <a:ext cx="53711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specbridge.ai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SpecBridge Investor Pitch Deck</dc:title>
  <dc:subject>Seed Round 2025</dc:subject>
  <dc:creator>SpecBridge</dc:creator>
  <cp:lastModifiedBy>SpecBridge</cp:lastModifiedBy>
  <cp:revision>1</cp:revision>
  <dcterms:created xsi:type="dcterms:W3CDTF">2026-01-20T19:14:40Z</dcterms:created>
  <dcterms:modified xsi:type="dcterms:W3CDTF">2026-01-20T19:14:40Z</dcterms:modified>
</cp:coreProperties>
</file>